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5029200"/>
            <a:ext cx="609905" cy="38405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305" y="4572000"/>
            <a:ext cx="952530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expertise is not selling you.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71500" y="1205865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@samtrabulsi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0" y="12058650"/>
            <a:ext cx="24003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 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0" y="381305"/>
            <a:ext cx="1218895" cy="381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3657600"/>
            <a:ext cx="609905" cy="38405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32004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have years in the craft.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71500" y="5303520"/>
            <a:ext cx="9144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you have quietly helped. Results you can actually prove. But when you introduce yourself, people nod — and forget you by tomorrow.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71500" y="1205865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@samtrabulsi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0" y="12058650"/>
            <a:ext cx="24003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 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0" y="381305"/>
            <a:ext cx="1218895" cy="381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3657600"/>
            <a:ext cx="609905" cy="38405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32004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is not an expertise gap.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71500" y="5303520"/>
            <a:ext cx="9144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positioning gap. Expertise does not speak for itself. It waits to be positioned. Without positioning, depth is invisible.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71500" y="1205865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@samtrabulsi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0" y="12058650"/>
            <a:ext cx="24003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 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0" y="381305"/>
            <a:ext cx="1218895" cy="381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3657600"/>
            <a:ext cx="609905" cy="38405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32004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Own one problem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71500" y="5303520"/>
            <a:ext cx="9144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get hired for depth. You get hired for ownership of one problem the market already feels. Pick it. Refuse the rest.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71500" y="1205865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@samtrabulsi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0" y="12058650"/>
            <a:ext cx="24003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 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0" y="381305"/>
            <a:ext cx="1218895" cy="381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3657600"/>
            <a:ext cx="609905" cy="38405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32004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Name the person precisely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71500" y="5303520"/>
            <a:ext cx="9144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busy professionals. One human with one pain. A specific person is easier to remember than a broad title.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71500" y="1205865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@samtrabulsi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0" y="12058650"/>
            <a:ext cx="24003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 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0" y="381305"/>
            <a:ext cx="1218895" cy="381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3657600"/>
            <a:ext cx="609905" cy="38405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500" y="32004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Lead with the outcome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71500" y="5303520"/>
            <a:ext cx="9144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method. Not the tool. Not the credential. Lead with the transformation only you deliver. The market pays for clarity.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71500" y="1205865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@samtrabulsi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0" y="12058650"/>
            <a:ext cx="24003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 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0" y="381305"/>
            <a:ext cx="1218895" cy="381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3657600"/>
            <a:ext cx="609905" cy="38405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305" y="3200400"/>
            <a:ext cx="952530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BRAND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81305" y="6858000"/>
            <a:ext cx="952530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send you the Brand Victory Filter — the 3-layer system that turns quiet expertise into inbound clients.</a:t>
            </a:r>
            <a:endParaRPr lang="en-US" sz="2400" dirty="0"/>
          </a:p>
          <a:p>
            <a:pPr algn="ctr" indent="0" marL="0">
              <a:buNone/>
            </a:pP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@samtrabulsi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71500" y="1205865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@samtrabulsi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0" y="381305"/>
            <a:ext cx="1218895" cy="381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2026-04-19T20:13:39Z</dcterms:created>
  <dcterms:modified xsi:type="dcterms:W3CDTF">2026-04-19T20:13:39Z</dcterms:modified>
</cp:coreProperties>
</file>